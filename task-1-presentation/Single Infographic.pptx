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Arimo" panose="020B0604020202020204" charset="0"/>
      <p:regular r:id="rId4"/>
    </p:embeddedFont>
    <p:embeddedFont>
      <p:font typeface="Arimo Bold" panose="020B0604020202020204" charset="0"/>
      <p:regular r:id="rId5"/>
    </p:embeddedFont>
    <p:embeddedFont>
      <p:font typeface="Arimo Bold Italics" panose="020B0604020202020204" charset="0"/>
      <p:regular r:id="rId6"/>
    </p:embeddedFont>
    <p:embeddedFont>
      <p:font typeface="Corbel" panose="020B050302020402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0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19150" y="-7144"/>
            <a:ext cx="7522368" cy="10294145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2602" y="2070103"/>
            <a:ext cx="12861933" cy="3924299"/>
          </a:xfrm>
        </p:spPr>
        <p:txBody>
          <a:bodyPr anchor="b">
            <a:normAutofit/>
          </a:bodyPr>
          <a:lstStyle>
            <a:lvl1pPr algn="r">
              <a:defRPr sz="9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73066" y="5994401"/>
            <a:ext cx="10481468" cy="2082801"/>
          </a:xfrm>
        </p:spPr>
        <p:txBody>
          <a:bodyPr anchor="t">
            <a:normAutofit/>
          </a:bodyPr>
          <a:lstStyle>
            <a:lvl1pPr marL="0" indent="0" algn="r">
              <a:buNone/>
              <a:defRPr sz="3150"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98618" y="8824913"/>
            <a:ext cx="648606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2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427785" y="8800697"/>
            <a:ext cx="8267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8419" y="4000498"/>
            <a:ext cx="13396121" cy="3165573"/>
          </a:xfrm>
        </p:spPr>
        <p:txBody>
          <a:bodyPr anchor="b"/>
          <a:lstStyle>
            <a:lvl1pPr algn="r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8417" y="7166072"/>
            <a:ext cx="13396122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57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7" y="1028701"/>
            <a:ext cx="15028070" cy="26288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6469" y="4000499"/>
            <a:ext cx="7342583" cy="4686302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1951" y="4000500"/>
            <a:ext cx="7342584" cy="4686300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8269" y="3987800"/>
            <a:ext cx="6910782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6467" y="5003006"/>
            <a:ext cx="7342584" cy="3683793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320731" y="4000500"/>
            <a:ext cx="6933806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911951" y="5003006"/>
            <a:ext cx="7342584" cy="3683793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3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94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49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9" y="2400300"/>
            <a:ext cx="5323682" cy="2057400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3050" y="1028699"/>
            <a:ext cx="9361485" cy="7658102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6469" y="4457700"/>
            <a:ext cx="5323682" cy="2743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20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4086" y="2628899"/>
            <a:ext cx="8139237" cy="2057400"/>
          </a:xfrm>
        </p:spPr>
        <p:txBody>
          <a:bodyPr anchor="b">
            <a:normAutofit/>
          </a:bodyPr>
          <a:lstStyle>
            <a:lvl1pPr algn="ctr">
              <a:defRPr sz="4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392023" y="1371600"/>
            <a:ext cx="4921461" cy="6858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4086" y="4686299"/>
            <a:ext cx="8139237" cy="2743200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1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7" y="7099298"/>
            <a:ext cx="15028067" cy="850107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9018" y="1398168"/>
            <a:ext cx="12338916" cy="474746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6467" y="7949405"/>
            <a:ext cx="15028067" cy="740568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61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9" y="1028700"/>
            <a:ext cx="15028067" cy="4572000"/>
          </a:xfrm>
        </p:spPr>
        <p:txBody>
          <a:bodyPr anchor="ctr">
            <a:normAutofit/>
          </a:bodyPr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9" y="6515100"/>
            <a:ext cx="15028070" cy="21717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12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318" y="1028701"/>
            <a:ext cx="13485018" cy="4114799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655217" y="5143499"/>
            <a:ext cx="12799223" cy="5715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700"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7" y="6515100"/>
            <a:ext cx="15028067" cy="21717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52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70" y="4962872"/>
            <a:ext cx="15028064" cy="2203200"/>
          </a:xfrm>
        </p:spPr>
        <p:txBody>
          <a:bodyPr anchor="b">
            <a:normAutofit/>
          </a:bodyPr>
          <a:lstStyle>
            <a:lvl1pPr algn="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8" y="7166072"/>
            <a:ext cx="15028065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56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318" y="1028701"/>
            <a:ext cx="13485018" cy="4114799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26470" y="5829300"/>
            <a:ext cx="15028065" cy="13335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36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8" y="7162800"/>
            <a:ext cx="15028065" cy="1524000"/>
          </a:xfrm>
        </p:spPr>
        <p:txBody>
          <a:bodyPr anchor="t">
            <a:normAutofit/>
          </a:bodyPr>
          <a:lstStyle>
            <a:lvl1pPr marL="0" indent="0" algn="r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76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70" y="1028701"/>
            <a:ext cx="15028068" cy="409098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26469" y="5257800"/>
            <a:ext cx="15028070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7" y="6515100"/>
            <a:ext cx="15028070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33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35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598983" y="1028700"/>
            <a:ext cx="2655554" cy="7658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6468" y="1028700"/>
            <a:ext cx="12029613" cy="76581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3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9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685800" rtl="0" eaLnBrk="1" latinLnBrk="0" hangingPunct="1">
        <a:spcBef>
          <a:spcPct val="0"/>
        </a:spcBef>
        <a:buNone/>
        <a:defRPr sz="6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7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508" y="932592"/>
            <a:ext cx="18235092" cy="775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160" b="1" i="1" dirty="0">
                <a:solidFill>
                  <a:srgbClr val="091C53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Mastering the Digital World : Essential Skills for Success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81508" y="2284735"/>
            <a:ext cx="5722853" cy="3747107"/>
            <a:chOff x="0" y="0"/>
            <a:chExt cx="6345034" cy="41544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45047" cy="4154424"/>
            </a:xfrm>
            <a:custGeom>
              <a:avLst/>
              <a:gdLst/>
              <a:ahLst/>
              <a:cxnLst/>
              <a:rect l="l" t="t" r="r" b="b"/>
              <a:pathLst>
                <a:path w="6345047" h="4154424">
                  <a:moveTo>
                    <a:pt x="0" y="253746"/>
                  </a:moveTo>
                  <a:cubicBezTo>
                    <a:pt x="0" y="113665"/>
                    <a:pt x="113665" y="0"/>
                    <a:pt x="253746" y="0"/>
                  </a:cubicBezTo>
                  <a:lnTo>
                    <a:pt x="6091301" y="0"/>
                  </a:lnTo>
                  <a:cubicBezTo>
                    <a:pt x="6231509" y="0"/>
                    <a:pt x="6345047" y="113665"/>
                    <a:pt x="6345047" y="253746"/>
                  </a:cubicBezTo>
                  <a:lnTo>
                    <a:pt x="6345047" y="3900678"/>
                  </a:lnTo>
                  <a:cubicBezTo>
                    <a:pt x="6345047" y="4040886"/>
                    <a:pt x="6231382" y="4154424"/>
                    <a:pt x="6091301" y="4154424"/>
                  </a:cubicBezTo>
                  <a:lnTo>
                    <a:pt x="253746" y="4154424"/>
                  </a:lnTo>
                  <a:cubicBezTo>
                    <a:pt x="113665" y="4154551"/>
                    <a:pt x="0" y="4040886"/>
                    <a:pt x="0" y="3900678"/>
                  </a:cubicBezTo>
                  <a:close/>
                </a:path>
              </a:pathLst>
            </a:custGeom>
            <a:solidFill>
              <a:srgbClr val="CEE6F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5653" y="2538880"/>
            <a:ext cx="762812" cy="762812"/>
            <a:chOff x="0" y="0"/>
            <a:chExt cx="845744" cy="8457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5820" cy="845820"/>
            </a:xfrm>
            <a:custGeom>
              <a:avLst/>
              <a:gdLst/>
              <a:ahLst/>
              <a:cxnLst/>
              <a:rect l="l" t="t" r="r" b="b"/>
              <a:pathLst>
                <a:path w="845820" h="845820">
                  <a:moveTo>
                    <a:pt x="0" y="422910"/>
                  </a:moveTo>
                  <a:cubicBezTo>
                    <a:pt x="0" y="189357"/>
                    <a:pt x="189357" y="0"/>
                    <a:pt x="422910" y="0"/>
                  </a:cubicBezTo>
                  <a:cubicBezTo>
                    <a:pt x="656463" y="0"/>
                    <a:pt x="845820" y="189357"/>
                    <a:pt x="845820" y="422910"/>
                  </a:cubicBezTo>
                  <a:cubicBezTo>
                    <a:pt x="845820" y="656463"/>
                    <a:pt x="656463" y="845820"/>
                    <a:pt x="422910" y="845820"/>
                  </a:cubicBezTo>
                  <a:cubicBezTo>
                    <a:pt x="189357" y="845820"/>
                    <a:pt x="0" y="656463"/>
                    <a:pt x="0" y="422910"/>
                  </a:cubicBezTo>
                  <a:close/>
                </a:path>
              </a:pathLst>
            </a:custGeom>
            <a:solidFill>
              <a:srgbClr val="84C1FA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 descr="preencoded.png"/>
          <p:cNvSpPr/>
          <p:nvPr/>
        </p:nvSpPr>
        <p:spPr>
          <a:xfrm>
            <a:off x="745422" y="2748466"/>
            <a:ext cx="343285" cy="343285"/>
          </a:xfrm>
          <a:custGeom>
            <a:avLst/>
            <a:gdLst/>
            <a:ahLst/>
            <a:cxnLst/>
            <a:rect l="l" t="t" r="r" b="b"/>
            <a:pathLst>
              <a:path w="343285" h="343285">
                <a:moveTo>
                  <a:pt x="0" y="0"/>
                </a:moveTo>
                <a:lnTo>
                  <a:pt x="343285" y="0"/>
                </a:lnTo>
                <a:lnTo>
                  <a:pt x="343285" y="343284"/>
                </a:lnTo>
                <a:lnTo>
                  <a:pt x="0" y="343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333" r="-333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535653" y="3472182"/>
            <a:ext cx="3178852" cy="41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80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Digital Literacy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5653" y="3945063"/>
            <a:ext cx="5214552" cy="180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054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The ability to find, evaluate, utilize, share, and create content using digital technologies and the internet. It's about critical thinking and responsible engagement in the digital space.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193901" y="2284735"/>
            <a:ext cx="5723036" cy="3747107"/>
            <a:chOff x="0" y="0"/>
            <a:chExt cx="6345238" cy="41544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45174" cy="4154424"/>
            </a:xfrm>
            <a:custGeom>
              <a:avLst/>
              <a:gdLst/>
              <a:ahLst/>
              <a:cxnLst/>
              <a:rect l="l" t="t" r="r" b="b"/>
              <a:pathLst>
                <a:path w="6345174" h="4154424">
                  <a:moveTo>
                    <a:pt x="0" y="253746"/>
                  </a:moveTo>
                  <a:cubicBezTo>
                    <a:pt x="0" y="113665"/>
                    <a:pt x="113665" y="0"/>
                    <a:pt x="253746" y="0"/>
                  </a:cubicBezTo>
                  <a:lnTo>
                    <a:pt x="6091428" y="0"/>
                  </a:lnTo>
                  <a:cubicBezTo>
                    <a:pt x="6231636" y="0"/>
                    <a:pt x="6345174" y="113665"/>
                    <a:pt x="6345174" y="253746"/>
                  </a:cubicBezTo>
                  <a:lnTo>
                    <a:pt x="6345174" y="3900678"/>
                  </a:lnTo>
                  <a:cubicBezTo>
                    <a:pt x="6345174" y="4040886"/>
                    <a:pt x="6231509" y="4154424"/>
                    <a:pt x="6091428" y="4154424"/>
                  </a:cubicBezTo>
                  <a:lnTo>
                    <a:pt x="253746" y="4154424"/>
                  </a:lnTo>
                  <a:cubicBezTo>
                    <a:pt x="113665" y="4154551"/>
                    <a:pt x="0" y="4040886"/>
                    <a:pt x="0" y="3900678"/>
                  </a:cubicBezTo>
                  <a:close/>
                </a:path>
              </a:pathLst>
            </a:custGeom>
            <a:solidFill>
              <a:srgbClr val="CEE6F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48046" y="2538880"/>
            <a:ext cx="762812" cy="762812"/>
            <a:chOff x="0" y="0"/>
            <a:chExt cx="845744" cy="8457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45820" cy="845820"/>
            </a:xfrm>
            <a:custGeom>
              <a:avLst/>
              <a:gdLst/>
              <a:ahLst/>
              <a:cxnLst/>
              <a:rect l="l" t="t" r="r" b="b"/>
              <a:pathLst>
                <a:path w="845820" h="845820">
                  <a:moveTo>
                    <a:pt x="0" y="422910"/>
                  </a:moveTo>
                  <a:cubicBezTo>
                    <a:pt x="0" y="189357"/>
                    <a:pt x="189357" y="0"/>
                    <a:pt x="422910" y="0"/>
                  </a:cubicBezTo>
                  <a:cubicBezTo>
                    <a:pt x="656463" y="0"/>
                    <a:pt x="845820" y="189357"/>
                    <a:pt x="845820" y="422910"/>
                  </a:cubicBezTo>
                  <a:cubicBezTo>
                    <a:pt x="845820" y="656463"/>
                    <a:pt x="656463" y="845820"/>
                    <a:pt x="422910" y="845820"/>
                  </a:cubicBezTo>
                  <a:cubicBezTo>
                    <a:pt x="189357" y="845820"/>
                    <a:pt x="0" y="656463"/>
                    <a:pt x="0" y="422910"/>
                  </a:cubicBezTo>
                  <a:close/>
                </a:path>
              </a:pathLst>
            </a:custGeom>
            <a:solidFill>
              <a:srgbClr val="84C1FA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Freeform 14" descr="preencoded.png"/>
          <p:cNvSpPr/>
          <p:nvPr/>
        </p:nvSpPr>
        <p:spPr>
          <a:xfrm>
            <a:off x="6657815" y="2748466"/>
            <a:ext cx="343285" cy="343285"/>
          </a:xfrm>
          <a:custGeom>
            <a:avLst/>
            <a:gdLst/>
            <a:ahLst/>
            <a:cxnLst/>
            <a:rect l="l" t="t" r="r" b="b"/>
            <a:pathLst>
              <a:path w="343285" h="343285">
                <a:moveTo>
                  <a:pt x="0" y="0"/>
                </a:moveTo>
                <a:lnTo>
                  <a:pt x="343285" y="0"/>
                </a:lnTo>
                <a:lnTo>
                  <a:pt x="343285" y="343284"/>
                </a:lnTo>
                <a:lnTo>
                  <a:pt x="0" y="3432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8332" b="-1833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448046" y="3358254"/>
            <a:ext cx="5468833" cy="370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80" b="1" dirty="0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Essential Digital Tools for Students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48046" y="3945063"/>
            <a:ext cx="5214736" cy="180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054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Google Workspace, Microsoft 365, Coursera, edX, Khan Academy, Evernote, Notion, OneNote, Slack, and Microsoft Teams for assignments, collaboration, and skill development.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06478" y="2284735"/>
            <a:ext cx="5723036" cy="3747107"/>
            <a:chOff x="0" y="0"/>
            <a:chExt cx="6345238" cy="41544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45174" cy="4154424"/>
            </a:xfrm>
            <a:custGeom>
              <a:avLst/>
              <a:gdLst/>
              <a:ahLst/>
              <a:cxnLst/>
              <a:rect l="l" t="t" r="r" b="b"/>
              <a:pathLst>
                <a:path w="6345174" h="4154424">
                  <a:moveTo>
                    <a:pt x="0" y="253746"/>
                  </a:moveTo>
                  <a:cubicBezTo>
                    <a:pt x="0" y="113665"/>
                    <a:pt x="113665" y="0"/>
                    <a:pt x="253746" y="0"/>
                  </a:cubicBezTo>
                  <a:lnTo>
                    <a:pt x="6091428" y="0"/>
                  </a:lnTo>
                  <a:cubicBezTo>
                    <a:pt x="6231636" y="0"/>
                    <a:pt x="6345174" y="113665"/>
                    <a:pt x="6345174" y="253746"/>
                  </a:cubicBezTo>
                  <a:lnTo>
                    <a:pt x="6345174" y="3900678"/>
                  </a:lnTo>
                  <a:cubicBezTo>
                    <a:pt x="6345174" y="4040886"/>
                    <a:pt x="6231509" y="4154424"/>
                    <a:pt x="6091428" y="4154424"/>
                  </a:cubicBezTo>
                  <a:lnTo>
                    <a:pt x="253746" y="4154424"/>
                  </a:lnTo>
                  <a:cubicBezTo>
                    <a:pt x="113665" y="4154551"/>
                    <a:pt x="0" y="4040886"/>
                    <a:pt x="0" y="3900678"/>
                  </a:cubicBezTo>
                  <a:close/>
                </a:path>
              </a:pathLst>
            </a:custGeom>
            <a:solidFill>
              <a:srgbClr val="CEE6F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60623" y="2538880"/>
            <a:ext cx="762812" cy="762812"/>
            <a:chOff x="0" y="0"/>
            <a:chExt cx="845744" cy="8457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45820" cy="845820"/>
            </a:xfrm>
            <a:custGeom>
              <a:avLst/>
              <a:gdLst/>
              <a:ahLst/>
              <a:cxnLst/>
              <a:rect l="l" t="t" r="r" b="b"/>
              <a:pathLst>
                <a:path w="845820" h="845820">
                  <a:moveTo>
                    <a:pt x="0" y="422910"/>
                  </a:moveTo>
                  <a:cubicBezTo>
                    <a:pt x="0" y="189357"/>
                    <a:pt x="189357" y="0"/>
                    <a:pt x="422910" y="0"/>
                  </a:cubicBezTo>
                  <a:cubicBezTo>
                    <a:pt x="656463" y="0"/>
                    <a:pt x="845820" y="189357"/>
                    <a:pt x="845820" y="422910"/>
                  </a:cubicBezTo>
                  <a:cubicBezTo>
                    <a:pt x="845820" y="656463"/>
                    <a:pt x="656463" y="845820"/>
                    <a:pt x="422910" y="845820"/>
                  </a:cubicBezTo>
                  <a:cubicBezTo>
                    <a:pt x="189357" y="845820"/>
                    <a:pt x="0" y="656463"/>
                    <a:pt x="0" y="422910"/>
                  </a:cubicBezTo>
                  <a:close/>
                </a:path>
              </a:pathLst>
            </a:custGeom>
            <a:solidFill>
              <a:srgbClr val="84C1FA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12570392" y="2748466"/>
            <a:ext cx="343285" cy="343285"/>
          </a:xfrm>
          <a:custGeom>
            <a:avLst/>
            <a:gdLst/>
            <a:ahLst/>
            <a:cxnLst/>
            <a:rect l="l" t="t" r="r" b="b"/>
            <a:pathLst>
              <a:path w="343285" h="343285">
                <a:moveTo>
                  <a:pt x="0" y="0"/>
                </a:moveTo>
                <a:lnTo>
                  <a:pt x="343285" y="0"/>
                </a:lnTo>
                <a:lnTo>
                  <a:pt x="343285" y="343284"/>
                </a:lnTo>
                <a:lnTo>
                  <a:pt x="0" y="3432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0000" b="-1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2360623" y="3472182"/>
            <a:ext cx="3389504" cy="41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80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Safe Internet Practices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60623" y="3945063"/>
            <a:ext cx="5214736" cy="1446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054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Strong passwords, two-factor authentication, privacy settings, phishing awareness, cyberbullying prevention, and secure Wi-Fi usage for confident online navigation.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81508" y="6221382"/>
            <a:ext cx="8679233" cy="3036918"/>
            <a:chOff x="0" y="0"/>
            <a:chExt cx="9622828" cy="33670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622789" cy="3367024"/>
            </a:xfrm>
            <a:custGeom>
              <a:avLst/>
              <a:gdLst/>
              <a:ahLst/>
              <a:cxnLst/>
              <a:rect l="l" t="t" r="r" b="b"/>
              <a:pathLst>
                <a:path w="9622789" h="3367024">
                  <a:moveTo>
                    <a:pt x="0" y="253746"/>
                  </a:moveTo>
                  <a:cubicBezTo>
                    <a:pt x="0" y="113665"/>
                    <a:pt x="113665" y="0"/>
                    <a:pt x="253746" y="0"/>
                  </a:cubicBezTo>
                  <a:lnTo>
                    <a:pt x="9369044" y="0"/>
                  </a:lnTo>
                  <a:cubicBezTo>
                    <a:pt x="9509251" y="0"/>
                    <a:pt x="9622789" y="113665"/>
                    <a:pt x="9622789" y="253746"/>
                  </a:cubicBezTo>
                  <a:lnTo>
                    <a:pt x="9622789" y="3113278"/>
                  </a:lnTo>
                  <a:cubicBezTo>
                    <a:pt x="9622789" y="3253486"/>
                    <a:pt x="9509125" y="3367024"/>
                    <a:pt x="9369044" y="3367024"/>
                  </a:cubicBezTo>
                  <a:lnTo>
                    <a:pt x="253746" y="3367024"/>
                  </a:lnTo>
                  <a:cubicBezTo>
                    <a:pt x="113665" y="3367151"/>
                    <a:pt x="0" y="3253486"/>
                    <a:pt x="0" y="3113278"/>
                  </a:cubicBezTo>
                  <a:close/>
                </a:path>
              </a:pathLst>
            </a:custGeom>
            <a:solidFill>
              <a:srgbClr val="CEE6F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5653" y="6475527"/>
            <a:ext cx="762812" cy="762812"/>
            <a:chOff x="0" y="0"/>
            <a:chExt cx="845744" cy="84574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45820" cy="845820"/>
            </a:xfrm>
            <a:custGeom>
              <a:avLst/>
              <a:gdLst/>
              <a:ahLst/>
              <a:cxnLst/>
              <a:rect l="l" t="t" r="r" b="b"/>
              <a:pathLst>
                <a:path w="845820" h="845820">
                  <a:moveTo>
                    <a:pt x="0" y="422910"/>
                  </a:moveTo>
                  <a:cubicBezTo>
                    <a:pt x="0" y="189357"/>
                    <a:pt x="189357" y="0"/>
                    <a:pt x="422910" y="0"/>
                  </a:cubicBezTo>
                  <a:cubicBezTo>
                    <a:pt x="656463" y="0"/>
                    <a:pt x="845820" y="189357"/>
                    <a:pt x="845820" y="422910"/>
                  </a:cubicBezTo>
                  <a:cubicBezTo>
                    <a:pt x="845820" y="656463"/>
                    <a:pt x="656463" y="845820"/>
                    <a:pt x="422910" y="845820"/>
                  </a:cubicBezTo>
                  <a:cubicBezTo>
                    <a:pt x="189357" y="845820"/>
                    <a:pt x="0" y="656463"/>
                    <a:pt x="0" y="422910"/>
                  </a:cubicBezTo>
                  <a:close/>
                </a:path>
              </a:pathLst>
            </a:custGeom>
            <a:solidFill>
              <a:srgbClr val="84C1FA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745422" y="6685113"/>
            <a:ext cx="343285" cy="343285"/>
          </a:xfrm>
          <a:custGeom>
            <a:avLst/>
            <a:gdLst/>
            <a:ahLst/>
            <a:cxnLst/>
            <a:rect l="l" t="t" r="r" b="b"/>
            <a:pathLst>
              <a:path w="343285" h="343285">
                <a:moveTo>
                  <a:pt x="0" y="0"/>
                </a:moveTo>
                <a:lnTo>
                  <a:pt x="343285" y="0"/>
                </a:lnTo>
                <a:lnTo>
                  <a:pt x="343285" y="343285"/>
                </a:lnTo>
                <a:lnTo>
                  <a:pt x="0" y="3432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4998" b="-1499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TextBox 29"/>
          <p:cNvSpPr txBox="1"/>
          <p:nvPr/>
        </p:nvSpPr>
        <p:spPr>
          <a:xfrm>
            <a:off x="535653" y="7408829"/>
            <a:ext cx="5214552" cy="370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80" b="1" dirty="0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Professional Online Presence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5653" y="7881710"/>
            <a:ext cx="8170932" cy="108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054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Curate social media, create comprehensive LinkedIn profile, be mindful of digital footprint, and engage thoughtfully in online communities to build your reputation.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150281" y="6221382"/>
            <a:ext cx="8679233" cy="3036918"/>
            <a:chOff x="0" y="0"/>
            <a:chExt cx="9622828" cy="336708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622789" cy="3367024"/>
            </a:xfrm>
            <a:custGeom>
              <a:avLst/>
              <a:gdLst/>
              <a:ahLst/>
              <a:cxnLst/>
              <a:rect l="l" t="t" r="r" b="b"/>
              <a:pathLst>
                <a:path w="9622789" h="3367024">
                  <a:moveTo>
                    <a:pt x="0" y="253746"/>
                  </a:moveTo>
                  <a:cubicBezTo>
                    <a:pt x="0" y="113665"/>
                    <a:pt x="113665" y="0"/>
                    <a:pt x="253746" y="0"/>
                  </a:cubicBezTo>
                  <a:lnTo>
                    <a:pt x="9369044" y="0"/>
                  </a:lnTo>
                  <a:cubicBezTo>
                    <a:pt x="9509251" y="0"/>
                    <a:pt x="9622789" y="113665"/>
                    <a:pt x="9622789" y="253746"/>
                  </a:cubicBezTo>
                  <a:lnTo>
                    <a:pt x="9622789" y="3113278"/>
                  </a:lnTo>
                  <a:cubicBezTo>
                    <a:pt x="9622789" y="3253486"/>
                    <a:pt x="9509125" y="3367024"/>
                    <a:pt x="9369044" y="3367024"/>
                  </a:cubicBezTo>
                  <a:lnTo>
                    <a:pt x="253746" y="3367024"/>
                  </a:lnTo>
                  <a:cubicBezTo>
                    <a:pt x="113665" y="3367151"/>
                    <a:pt x="0" y="3253486"/>
                    <a:pt x="0" y="3113278"/>
                  </a:cubicBezTo>
                  <a:close/>
                </a:path>
              </a:pathLst>
            </a:custGeom>
            <a:solidFill>
              <a:srgbClr val="CEE6F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04426" y="6475527"/>
            <a:ext cx="762812" cy="762812"/>
            <a:chOff x="0" y="0"/>
            <a:chExt cx="845744" cy="8457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45820" cy="845820"/>
            </a:xfrm>
            <a:custGeom>
              <a:avLst/>
              <a:gdLst/>
              <a:ahLst/>
              <a:cxnLst/>
              <a:rect l="l" t="t" r="r" b="b"/>
              <a:pathLst>
                <a:path w="845820" h="845820">
                  <a:moveTo>
                    <a:pt x="0" y="422910"/>
                  </a:moveTo>
                  <a:cubicBezTo>
                    <a:pt x="0" y="189357"/>
                    <a:pt x="189357" y="0"/>
                    <a:pt x="422910" y="0"/>
                  </a:cubicBezTo>
                  <a:cubicBezTo>
                    <a:pt x="656463" y="0"/>
                    <a:pt x="845820" y="189357"/>
                    <a:pt x="845820" y="422910"/>
                  </a:cubicBezTo>
                  <a:cubicBezTo>
                    <a:pt x="845820" y="656463"/>
                    <a:pt x="656463" y="845820"/>
                    <a:pt x="422910" y="845820"/>
                  </a:cubicBezTo>
                  <a:cubicBezTo>
                    <a:pt x="189357" y="845820"/>
                    <a:pt x="0" y="656463"/>
                    <a:pt x="0" y="422910"/>
                  </a:cubicBezTo>
                  <a:close/>
                </a:path>
              </a:pathLst>
            </a:custGeom>
            <a:solidFill>
              <a:srgbClr val="84C1FA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Freeform 35" descr="preencoded.png"/>
          <p:cNvSpPr/>
          <p:nvPr/>
        </p:nvSpPr>
        <p:spPr>
          <a:xfrm>
            <a:off x="9614195" y="6685113"/>
            <a:ext cx="343285" cy="343285"/>
          </a:xfrm>
          <a:custGeom>
            <a:avLst/>
            <a:gdLst/>
            <a:ahLst/>
            <a:cxnLst/>
            <a:rect l="l" t="t" r="r" b="b"/>
            <a:pathLst>
              <a:path w="343285" h="343285">
                <a:moveTo>
                  <a:pt x="0" y="0"/>
                </a:moveTo>
                <a:lnTo>
                  <a:pt x="343285" y="0"/>
                </a:lnTo>
                <a:lnTo>
                  <a:pt x="343285" y="343285"/>
                </a:lnTo>
                <a:lnTo>
                  <a:pt x="0" y="343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8332" r="-1833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TextBox 36"/>
          <p:cNvSpPr txBox="1"/>
          <p:nvPr/>
        </p:nvSpPr>
        <p:spPr>
          <a:xfrm>
            <a:off x="9404426" y="7408829"/>
            <a:ext cx="3178852" cy="41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80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Email Etiquette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04426" y="7881710"/>
            <a:ext cx="8170932" cy="108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054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Clear subject lines, professional salutations, concise body, proofreading, and timely responses for effective professional communication.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</TotalTime>
  <Words>163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Corbel</vt:lpstr>
      <vt:lpstr>Arimo Bold</vt:lpstr>
      <vt:lpstr>Arimo Bold Italics</vt:lpstr>
      <vt:lpstr>Arimo</vt:lpstr>
      <vt:lpstr>Parallax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(1).pptx</dc:title>
  <cp:lastModifiedBy>Sarthak Shukla</cp:lastModifiedBy>
  <cp:revision>2</cp:revision>
  <dcterms:created xsi:type="dcterms:W3CDTF">2006-08-16T00:00:00Z</dcterms:created>
  <dcterms:modified xsi:type="dcterms:W3CDTF">2026-03-26T10:08:26Z</dcterms:modified>
  <dc:identifier>DAHE-fLMhkQ</dc:identifier>
</cp:coreProperties>
</file>